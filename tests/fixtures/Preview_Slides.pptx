
<file path=ppt/presentation.xml><?xml version="1.0" encoding="utf-8"?>
<p:presentation xmlns:p="urn:p" xmlns:r="http://schemas.openxmlformats.org/officeDocument/2006/relationships">
  <p:sldIdLst>
    <p:sldId r:id="r1"/>
    <p:sldId r:id="r2"/>
  </p:sldIdLst>
  <p:sldSz cx="9144000" cy="5143500"/>
</p:presentation>
</file>

<file path=ppt/_rels/presentation.xml.rels><Relationships><Relationship Id="r1" Target="slides/slide1.xml"/><Relationship Id="r2" Target="slides/slide2.xml"/></Relationships>
</file>

<file path=ppt/slides/slide1.xml><?xml version="1.0" encoding="utf-8"?>
<p:sld xmlns:p="urn:p" xmlns:a="urn:a">
  <p:cSld>
    <p:spTree>
      <p:sp>
        <p:spPr>
          <a:xfrm>
            <a:off x="600000" y="1000000"/>
            <a:ext cx="7900000" cy="2000000"/>
          </a:xfrm>
        </p:spPr>
        <p:txBody>
          <a:p>
            <a:r>
              <a:rPr sz="3600" b="1"/>
              <a:t>Folio slide preview 1</a:t>
            </a:r>
          </a:p>
        </p:txBody>
      </p:sp>
    </p:spTree>
  </p:cSld>
</p:sld>
</file>

<file path=ppt/slides/slide2.xml><?xml version="1.0" encoding="utf-8"?>
<p:sld xmlns:p="urn:p" xmlns:a="urn:a">
  <p:cSld>
    <p:spTree>
      <p:sp>
        <p:spPr>
          <a:xfrm>
            <a:off x="600000" y="1000000"/>
            <a:ext cx="7900000" cy="2000000"/>
          </a:xfrm>
        </p:spPr>
        <p:txBody>
          <a:p>
            <a:r>
              <a:rPr sz="3600" b="1"/>
              <a:t>Folio slide preview 2</a:t>
            </a:r>
          </a:p>
        </p:txBody>
      </p:sp>
    </p:spTree>
  </p:cSld>
</p:sld>
</file>