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1" r:id="rId1"/>
  </p:sldIdLst>
  <p:sldSz cx="12192000" cy="6858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>
    <p:spTree/>
  </p:cSld>
</p:sld>
</file>